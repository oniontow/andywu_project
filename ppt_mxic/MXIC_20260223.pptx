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3"/>
  </p:notesMasterIdLst>
  <p:handoutMasterIdLst>
    <p:handoutMasterId r:id="rId24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8" autoAdjust="0"/>
    <p:restoredTop sz="94573" autoAdjust="0"/>
  </p:normalViewPr>
  <p:slideViewPr>
    <p:cSldViewPr>
      <p:cViewPr>
        <p:scale>
          <a:sx n="125" d="100"/>
          <a:sy n="125" d="100"/>
        </p:scale>
        <p:origin x="1795" y="-144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8.png"/><Relationship Id="rId5" Type="http://schemas.openxmlformats.org/officeDocument/2006/relationships/image" Target="../media/image17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0.png"/><Relationship Id="rId10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>
              <a:off x="5311374" y="5221669"/>
              <a:ext cx="1204531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2434695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509461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6015359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98374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6015359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166390</TotalTime>
  <Words>1050</Words>
  <Application>Microsoft Office PowerPoint</Application>
  <PresentationFormat>如螢幕大小 (4:3)</PresentationFormat>
  <Paragraphs>389</Paragraphs>
  <Slides>15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15</vt:i4>
      </vt:variant>
    </vt:vector>
  </HeadingPairs>
  <TitlesOfParts>
    <vt:vector size="31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1873</cp:revision>
  <cp:lastPrinted>2025-05-02T08:25:41Z</cp:lastPrinted>
  <dcterms:created xsi:type="dcterms:W3CDTF">2014-07-23T04:37:50Z</dcterms:created>
  <dcterms:modified xsi:type="dcterms:W3CDTF">2026-02-16T04:39:35Z</dcterms:modified>
</cp:coreProperties>
</file>