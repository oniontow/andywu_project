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67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0.png"/><Relationship Id="rId15" Type="http://schemas.openxmlformats.org/officeDocument/2006/relationships/image" Target="../media/image60.png"/><Relationship Id="rId10" Type="http://schemas.openxmlformats.org/officeDocument/2006/relationships/image" Target="../media/image56.png"/><Relationship Id="rId14" Type="http://schemas.openxmlformats.org/officeDocument/2006/relationships/image" Target="../media/image5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211225" y="4843083"/>
            <a:ext cx="1497018" cy="893211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97455" y="479903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/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/>
              <p:nvPr/>
            </p:nvSpPr>
            <p:spPr>
              <a:xfrm>
                <a:off x="2465929" y="3877417"/>
                <a:ext cx="6612254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 algn="ctr">
                  <a:defRPr/>
                </a:pPr>
                <a14:m>
                  <m:oMath xmlns:m="http://schemas.openxmlformats.org/officeDocument/2006/math">
                    <m:r>
                      <a:rPr kumimoji="0" lang="en-US" altLang="zh-TW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Hamming Distance</a:t>
                </a:r>
                <a:r>
                  <a:rPr kumimoji="0" lang="zh-TW" altLang="en-US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lang="en-US" altLang="zh-TW" b="1" kern="0" dirty="0">
                    <a:solidFill>
                      <a:prstClr val="black"/>
                    </a:solidFill>
                    <a:latin typeface="Calibri" panose="020F0502020204030204"/>
                  </a:rPr>
                  <a:t>+</a:t>
                </a:r>
                <a:r>
                  <a:rPr lang="zh-TW" altLang="en-US" b="1" kern="0" dirty="0">
                    <a:solidFill>
                      <a:prstClr val="black"/>
                    </a:solidFill>
                    <a:latin typeface="Calibri" panose="020F0502020204030204"/>
                  </a:rPr>
                  <a:t>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</a:t>
                </a:r>
                <a:r>
                  <a:rPr kumimoji="0" lang="en-US" altLang="ja-JP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Dimensional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Magnitudes</a:t>
                </a:r>
                <a:endParaRPr kumimoji="0" lang="en-US" altLang="zh-TW" b="1" i="0" u="none" strike="noStrike" kern="0" cap="none" spc="0" normalizeH="0" baseline="0" noProof="0" dirty="0">
                  <a:ln>
                    <a:noFill/>
                  </a:ln>
                  <a:solidFill>
                    <a:srgbClr val="ED7D31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929" y="3877417"/>
                <a:ext cx="6612254" cy="369332"/>
              </a:xfrm>
              <a:prstGeom prst="rect">
                <a:avLst/>
              </a:prstGeom>
              <a:blipFill>
                <a:blip r:embed="rId14"/>
                <a:stretch>
                  <a:fillRect t="-8197" b="-24590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/>
              <p:nvPr/>
            </p:nvSpPr>
            <p:spPr>
              <a:xfrm>
                <a:off x="2411760" y="2065577"/>
                <a:ext cx="5326717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altLang="zh-TW" b="0" i="1" kern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Sum of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Low-Dimensional</a:t>
                </a:r>
                <a:r>
                  <a:rPr kumimoji="0" lang="en-US" altLang="zh-TW" b="1" i="0" u="none" strike="noStrike" kern="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kumimoji="0" lang="vi-VN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Angles</a:t>
                </a:r>
                <a:endParaRPr lang="en-US" altLang="zh-TW" b="1" kern="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2065577"/>
                <a:ext cx="5326717" cy="369332"/>
              </a:xfrm>
              <a:prstGeom prst="rect">
                <a:avLst/>
              </a:prstGeom>
              <a:blipFill>
                <a:blip r:embed="rId15"/>
                <a:stretch>
                  <a:fillRect t="-10000" b="-26667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>
              <a:off x="5311374" y="5221669"/>
              <a:ext cx="1204531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2434695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224244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C00000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509461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6015359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98374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6015359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166435</TotalTime>
  <Words>1120</Words>
  <Application>Microsoft Office PowerPoint</Application>
  <PresentationFormat>如螢幕大小 (4:3)</PresentationFormat>
  <Paragraphs>404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1876</cp:revision>
  <cp:lastPrinted>2025-05-02T08:25:41Z</cp:lastPrinted>
  <dcterms:created xsi:type="dcterms:W3CDTF">2014-07-23T04:37:50Z</dcterms:created>
  <dcterms:modified xsi:type="dcterms:W3CDTF">2026-02-22T08:00:15Z</dcterms:modified>
</cp:coreProperties>
</file>